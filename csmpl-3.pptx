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7044"/>
            <a:ext cx="10058400" cy="5798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Benutzerdefiniert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9" baseType="lpstr"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2026-02-20T10:14:08Z</dcterms:created>
  <dcterms:modified xsi:type="dcterms:W3CDTF">2026-02-20T10:14:11Z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LastSaved">
    <vt:filetime>2026-02-20T00:00:00Z</vt:filetime>
  </property>
</Properties>
</file>